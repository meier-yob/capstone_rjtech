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Glacial Indifference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0865" y="-295276"/>
            <a:ext cx="12046270" cy="10877553"/>
            <a:chOff x="0" y="0"/>
            <a:chExt cx="3172680" cy="28648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2680" cy="2864870"/>
            </a:xfrm>
            <a:custGeom>
              <a:avLst/>
              <a:gdLst/>
              <a:ahLst/>
              <a:cxnLst/>
              <a:rect r="r" b="b" t="t" l="l"/>
              <a:pathLst>
                <a:path h="2864870" w="3172680">
                  <a:moveTo>
                    <a:pt x="0" y="0"/>
                  </a:moveTo>
                  <a:lnTo>
                    <a:pt x="3172680" y="0"/>
                  </a:lnTo>
                  <a:lnTo>
                    <a:pt x="3172680" y="2864870"/>
                  </a:lnTo>
                  <a:lnTo>
                    <a:pt x="0" y="2864870"/>
                  </a:lnTo>
                  <a:close/>
                </a:path>
              </a:pathLst>
            </a:custGeom>
            <a:solidFill>
              <a:srgbClr val="537791">
                <a:alpha val="6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172680" cy="291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10862" y="8160503"/>
            <a:ext cx="2028072" cy="1773641"/>
          </a:xfrm>
          <a:custGeom>
            <a:avLst/>
            <a:gdLst/>
            <a:ahLst/>
            <a:cxnLst/>
            <a:rect r="r" b="b" t="t" l="l"/>
            <a:pathLst>
              <a:path h="1773641" w="2028072">
                <a:moveTo>
                  <a:pt x="0" y="0"/>
                </a:moveTo>
                <a:lnTo>
                  <a:pt x="2028072" y="0"/>
                </a:lnTo>
                <a:lnTo>
                  <a:pt x="2028072" y="1773641"/>
                </a:lnTo>
                <a:lnTo>
                  <a:pt x="0" y="177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48169" y="1241429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5"/>
                </a:lnTo>
                <a:lnTo>
                  <a:pt x="0" y="8657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43156" y="8264699"/>
            <a:ext cx="2542255" cy="1395063"/>
          </a:xfrm>
          <a:custGeom>
            <a:avLst/>
            <a:gdLst/>
            <a:ahLst/>
            <a:cxnLst/>
            <a:rect r="r" b="b" t="t" l="l"/>
            <a:pathLst>
              <a:path h="1395063" w="2542255">
                <a:moveTo>
                  <a:pt x="0" y="0"/>
                </a:moveTo>
                <a:lnTo>
                  <a:pt x="2542255" y="0"/>
                </a:lnTo>
                <a:lnTo>
                  <a:pt x="2542255" y="1395062"/>
                </a:lnTo>
                <a:lnTo>
                  <a:pt x="0" y="139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7335" y="2128250"/>
            <a:ext cx="13433331" cy="542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99"/>
              </a:lnSpc>
            </a:pPr>
            <a:r>
              <a:rPr lang="en-US" b="true" sz="99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Web-based Sales and Inventory Management System For RJTech Computers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77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2550" y="9269376"/>
            <a:ext cx="20993100" cy="1531974"/>
            <a:chOff x="0" y="0"/>
            <a:chExt cx="5529047" cy="403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047" cy="403483"/>
            </a:xfrm>
            <a:custGeom>
              <a:avLst/>
              <a:gdLst/>
              <a:ahLst/>
              <a:cxnLst/>
              <a:rect r="r" b="b" t="t" l="l"/>
              <a:pathLst>
                <a:path h="403483" w="5529047">
                  <a:moveTo>
                    <a:pt x="0" y="0"/>
                  </a:moveTo>
                  <a:lnTo>
                    <a:pt x="5529047" y="0"/>
                  </a:lnTo>
                  <a:lnTo>
                    <a:pt x="5529047" y="403483"/>
                  </a:lnTo>
                  <a:lnTo>
                    <a:pt x="0" y="403483"/>
                  </a:lnTo>
                  <a:close/>
                </a:path>
              </a:pathLst>
            </a:custGeom>
            <a:solidFill>
              <a:srgbClr val="E7E6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29047" cy="45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836" y="8528112"/>
            <a:ext cx="1909930" cy="621595"/>
          </a:xfrm>
          <a:custGeom>
            <a:avLst/>
            <a:gdLst/>
            <a:ahLst/>
            <a:cxnLst/>
            <a:rect r="r" b="b" t="t" l="l"/>
            <a:pathLst>
              <a:path h="621595" w="1909930">
                <a:moveTo>
                  <a:pt x="0" y="0"/>
                </a:moveTo>
                <a:lnTo>
                  <a:pt x="1909930" y="0"/>
                </a:lnTo>
                <a:lnTo>
                  <a:pt x="1909930" y="621595"/>
                </a:lnTo>
                <a:lnTo>
                  <a:pt x="0" y="62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7671" y="7820656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7"/>
                </a:lnTo>
                <a:lnTo>
                  <a:pt x="0" y="2036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30408" y="-587747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6"/>
                </a:lnTo>
                <a:lnTo>
                  <a:pt x="0" y="2036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0256" y="3541947"/>
            <a:ext cx="11447488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244084" y="2411977"/>
            <a:ext cx="14087991" cy="7671466"/>
          </a:xfrm>
          <a:custGeom>
            <a:avLst/>
            <a:gdLst/>
            <a:ahLst/>
            <a:cxnLst/>
            <a:rect r="r" b="b" t="t" l="l"/>
            <a:pathLst>
              <a:path h="7671466" w="14087991">
                <a:moveTo>
                  <a:pt x="0" y="0"/>
                </a:moveTo>
                <a:lnTo>
                  <a:pt x="14087990" y="0"/>
                </a:lnTo>
                <a:lnTo>
                  <a:pt x="14087990" y="7671466"/>
                </a:lnTo>
                <a:lnTo>
                  <a:pt x="0" y="7671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679" r="-2389" b="-490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18989" y="2331686"/>
            <a:ext cx="6211921" cy="7846879"/>
          </a:xfrm>
          <a:custGeom>
            <a:avLst/>
            <a:gdLst/>
            <a:ahLst/>
            <a:cxnLst/>
            <a:rect r="r" b="b" t="t" l="l"/>
            <a:pathLst>
              <a:path h="7846879" w="6211921">
                <a:moveTo>
                  <a:pt x="0" y="0"/>
                </a:moveTo>
                <a:lnTo>
                  <a:pt x="6211922" y="0"/>
                </a:lnTo>
                <a:lnTo>
                  <a:pt x="6211922" y="7846879"/>
                </a:lnTo>
                <a:lnTo>
                  <a:pt x="0" y="7846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72" r="-2092" b="-195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198200" y="2389511"/>
            <a:ext cx="9853500" cy="7715204"/>
          </a:xfrm>
          <a:custGeom>
            <a:avLst/>
            <a:gdLst/>
            <a:ahLst/>
            <a:cxnLst/>
            <a:rect r="r" b="b" t="t" l="l"/>
            <a:pathLst>
              <a:path h="7715204" w="9853500">
                <a:moveTo>
                  <a:pt x="0" y="0"/>
                </a:moveTo>
                <a:lnTo>
                  <a:pt x="9853500" y="0"/>
                </a:lnTo>
                <a:lnTo>
                  <a:pt x="9853500" y="7715203"/>
                </a:lnTo>
                <a:lnTo>
                  <a:pt x="0" y="7715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058" r="-5465" b="-438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8155" y="2415661"/>
            <a:ext cx="15711690" cy="7685259"/>
          </a:xfrm>
          <a:custGeom>
            <a:avLst/>
            <a:gdLst/>
            <a:ahLst/>
            <a:cxnLst/>
            <a:rect r="r" b="b" t="t" l="l"/>
            <a:pathLst>
              <a:path h="7685259" w="15711690">
                <a:moveTo>
                  <a:pt x="0" y="0"/>
                </a:moveTo>
                <a:lnTo>
                  <a:pt x="15711690" y="0"/>
                </a:lnTo>
                <a:lnTo>
                  <a:pt x="15711690" y="7685260"/>
                </a:lnTo>
                <a:lnTo>
                  <a:pt x="0" y="7685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051" r="-3062" b="-824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84686" y="2354803"/>
            <a:ext cx="9979527" cy="7818490"/>
          </a:xfrm>
          <a:custGeom>
            <a:avLst/>
            <a:gdLst/>
            <a:ahLst/>
            <a:cxnLst/>
            <a:rect r="r" b="b" t="t" l="l"/>
            <a:pathLst>
              <a:path h="7818490" w="9979527">
                <a:moveTo>
                  <a:pt x="0" y="0"/>
                </a:moveTo>
                <a:lnTo>
                  <a:pt x="9979526" y="0"/>
                </a:lnTo>
                <a:lnTo>
                  <a:pt x="9979526" y="7818490"/>
                </a:lnTo>
                <a:lnTo>
                  <a:pt x="0" y="7818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41" r="0" b="-419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879833" y="2406593"/>
            <a:ext cx="10528333" cy="7757088"/>
          </a:xfrm>
          <a:custGeom>
            <a:avLst/>
            <a:gdLst/>
            <a:ahLst/>
            <a:cxnLst/>
            <a:rect r="r" b="b" t="t" l="l"/>
            <a:pathLst>
              <a:path h="7757088" w="10528333">
                <a:moveTo>
                  <a:pt x="0" y="0"/>
                </a:moveTo>
                <a:lnTo>
                  <a:pt x="10528334" y="0"/>
                </a:lnTo>
                <a:lnTo>
                  <a:pt x="10528334" y="7757088"/>
                </a:lnTo>
                <a:lnTo>
                  <a:pt x="0" y="7757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630" r="-5538" b="-918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737113" y="2396217"/>
            <a:ext cx="12813775" cy="7760455"/>
          </a:xfrm>
          <a:custGeom>
            <a:avLst/>
            <a:gdLst/>
            <a:ahLst/>
            <a:cxnLst/>
            <a:rect r="r" b="b" t="t" l="l"/>
            <a:pathLst>
              <a:path h="7760455" w="12813775">
                <a:moveTo>
                  <a:pt x="0" y="0"/>
                </a:moveTo>
                <a:lnTo>
                  <a:pt x="12813774" y="0"/>
                </a:lnTo>
                <a:lnTo>
                  <a:pt x="12813774" y="7760455"/>
                </a:lnTo>
                <a:lnTo>
                  <a:pt x="0" y="7760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38735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59064" y="422583"/>
            <a:ext cx="973177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Case Diagram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017903" y="2379465"/>
            <a:ext cx="12214094" cy="7759519"/>
          </a:xfrm>
          <a:custGeom>
            <a:avLst/>
            <a:gdLst/>
            <a:ahLst/>
            <a:cxnLst/>
            <a:rect r="r" b="b" t="t" l="l"/>
            <a:pathLst>
              <a:path h="7759519" w="12214094">
                <a:moveTo>
                  <a:pt x="0" y="0"/>
                </a:moveTo>
                <a:lnTo>
                  <a:pt x="12214094" y="0"/>
                </a:lnTo>
                <a:lnTo>
                  <a:pt x="12214094" y="7759520"/>
                </a:lnTo>
                <a:lnTo>
                  <a:pt x="0" y="7759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391" r="-2335" b="-441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77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2550" y="9269376"/>
            <a:ext cx="20993100" cy="1531974"/>
            <a:chOff x="0" y="0"/>
            <a:chExt cx="5529047" cy="403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047" cy="403483"/>
            </a:xfrm>
            <a:custGeom>
              <a:avLst/>
              <a:gdLst/>
              <a:ahLst/>
              <a:cxnLst/>
              <a:rect r="r" b="b" t="t" l="l"/>
              <a:pathLst>
                <a:path h="403483" w="5529047">
                  <a:moveTo>
                    <a:pt x="0" y="0"/>
                  </a:moveTo>
                  <a:lnTo>
                    <a:pt x="5529047" y="0"/>
                  </a:lnTo>
                  <a:lnTo>
                    <a:pt x="5529047" y="403483"/>
                  </a:lnTo>
                  <a:lnTo>
                    <a:pt x="0" y="403483"/>
                  </a:lnTo>
                  <a:close/>
                </a:path>
              </a:pathLst>
            </a:custGeom>
            <a:solidFill>
              <a:srgbClr val="E7E6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29047" cy="45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836" y="8528112"/>
            <a:ext cx="1909930" cy="621595"/>
          </a:xfrm>
          <a:custGeom>
            <a:avLst/>
            <a:gdLst/>
            <a:ahLst/>
            <a:cxnLst/>
            <a:rect r="r" b="b" t="t" l="l"/>
            <a:pathLst>
              <a:path h="621595" w="1909930">
                <a:moveTo>
                  <a:pt x="0" y="0"/>
                </a:moveTo>
                <a:lnTo>
                  <a:pt x="1909930" y="0"/>
                </a:lnTo>
                <a:lnTo>
                  <a:pt x="1909930" y="621595"/>
                </a:lnTo>
                <a:lnTo>
                  <a:pt x="0" y="62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7671" y="7820656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7"/>
                </a:lnTo>
                <a:lnTo>
                  <a:pt x="0" y="2036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30408" y="-587747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6"/>
                </a:lnTo>
                <a:lnTo>
                  <a:pt x="0" y="2036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0256" y="2090318"/>
            <a:ext cx="11447488" cy="491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0"/>
              </a:lnSpc>
            </a:pPr>
            <a:r>
              <a:rPr lang="en-US" sz="9321" b="true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Entity Relationship</a:t>
            </a:r>
          </a:p>
          <a:p>
            <a:pPr algn="ctr">
              <a:lnSpc>
                <a:spcPts val="13050"/>
              </a:lnSpc>
            </a:pPr>
            <a:r>
              <a:rPr lang="en-US" sz="9321" b="true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 and</a:t>
            </a:r>
          </a:p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 Schema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07104" y="2347147"/>
            <a:ext cx="15635691" cy="7786795"/>
          </a:xfrm>
          <a:custGeom>
            <a:avLst/>
            <a:gdLst/>
            <a:ahLst/>
            <a:cxnLst/>
            <a:rect r="r" b="b" t="t" l="l"/>
            <a:pathLst>
              <a:path h="7786795" w="15635691">
                <a:moveTo>
                  <a:pt x="0" y="0"/>
                </a:moveTo>
                <a:lnTo>
                  <a:pt x="15635692" y="0"/>
                </a:lnTo>
                <a:lnTo>
                  <a:pt x="15635692" y="7786795"/>
                </a:lnTo>
                <a:lnTo>
                  <a:pt x="0" y="77867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079" r="0" b="-954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Entity Relationship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37573" y="2377311"/>
            <a:ext cx="15012853" cy="7556832"/>
          </a:xfrm>
          <a:custGeom>
            <a:avLst/>
            <a:gdLst/>
            <a:ahLst/>
            <a:cxnLst/>
            <a:rect r="r" b="b" t="t" l="l"/>
            <a:pathLst>
              <a:path h="7556832" w="15012853">
                <a:moveTo>
                  <a:pt x="0" y="0"/>
                </a:moveTo>
                <a:lnTo>
                  <a:pt x="15012854" y="0"/>
                </a:lnTo>
                <a:lnTo>
                  <a:pt x="15012854" y="7556833"/>
                </a:lnTo>
                <a:lnTo>
                  <a:pt x="0" y="7556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511" r="0" b="-920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Entity Relationship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430824" y="2376893"/>
            <a:ext cx="9426352" cy="7784485"/>
          </a:xfrm>
          <a:custGeom>
            <a:avLst/>
            <a:gdLst/>
            <a:ahLst/>
            <a:cxnLst/>
            <a:rect r="r" b="b" t="t" l="l"/>
            <a:pathLst>
              <a:path h="7784485" w="9426352">
                <a:moveTo>
                  <a:pt x="0" y="0"/>
                </a:moveTo>
                <a:lnTo>
                  <a:pt x="9426352" y="0"/>
                </a:lnTo>
                <a:lnTo>
                  <a:pt x="9426352" y="7784485"/>
                </a:lnTo>
                <a:lnTo>
                  <a:pt x="0" y="7784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8" t="0" r="-784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36541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 Schema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847807" y="2421068"/>
            <a:ext cx="10592386" cy="7666614"/>
          </a:xfrm>
          <a:custGeom>
            <a:avLst/>
            <a:gdLst/>
            <a:ahLst/>
            <a:cxnLst/>
            <a:rect r="r" b="b" t="t" l="l"/>
            <a:pathLst>
              <a:path h="7666614" w="10592386">
                <a:moveTo>
                  <a:pt x="0" y="0"/>
                </a:moveTo>
                <a:lnTo>
                  <a:pt x="10592386" y="0"/>
                </a:lnTo>
                <a:lnTo>
                  <a:pt x="10592386" y="7666613"/>
                </a:lnTo>
                <a:lnTo>
                  <a:pt x="0" y="76666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588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36541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 Schema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77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2550" y="9269376"/>
            <a:ext cx="20993100" cy="1531974"/>
            <a:chOff x="0" y="0"/>
            <a:chExt cx="5529047" cy="403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047" cy="403483"/>
            </a:xfrm>
            <a:custGeom>
              <a:avLst/>
              <a:gdLst/>
              <a:ahLst/>
              <a:cxnLst/>
              <a:rect r="r" b="b" t="t" l="l"/>
              <a:pathLst>
                <a:path h="403483" w="5529047">
                  <a:moveTo>
                    <a:pt x="0" y="0"/>
                  </a:moveTo>
                  <a:lnTo>
                    <a:pt x="5529047" y="0"/>
                  </a:lnTo>
                  <a:lnTo>
                    <a:pt x="5529047" y="403483"/>
                  </a:lnTo>
                  <a:lnTo>
                    <a:pt x="0" y="403483"/>
                  </a:lnTo>
                  <a:close/>
                </a:path>
              </a:pathLst>
            </a:custGeom>
            <a:solidFill>
              <a:srgbClr val="E7E6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29047" cy="45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836" y="8528112"/>
            <a:ext cx="1909930" cy="621595"/>
          </a:xfrm>
          <a:custGeom>
            <a:avLst/>
            <a:gdLst/>
            <a:ahLst/>
            <a:cxnLst/>
            <a:rect r="r" b="b" t="t" l="l"/>
            <a:pathLst>
              <a:path h="621595" w="1909930">
                <a:moveTo>
                  <a:pt x="0" y="0"/>
                </a:moveTo>
                <a:lnTo>
                  <a:pt x="1909930" y="0"/>
                </a:lnTo>
                <a:lnTo>
                  <a:pt x="1909930" y="621595"/>
                </a:lnTo>
                <a:lnTo>
                  <a:pt x="0" y="62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7671" y="7820656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7"/>
                </a:lnTo>
                <a:lnTo>
                  <a:pt x="0" y="2036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30408" y="-587747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6"/>
                </a:lnTo>
                <a:lnTo>
                  <a:pt x="0" y="2036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0256" y="3541947"/>
            <a:ext cx="11447488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521705" y="2343195"/>
            <a:ext cx="11206490" cy="7798392"/>
          </a:xfrm>
          <a:custGeom>
            <a:avLst/>
            <a:gdLst/>
            <a:ahLst/>
            <a:cxnLst/>
            <a:rect r="r" b="b" t="t" l="l"/>
            <a:pathLst>
              <a:path h="7798392" w="11206490">
                <a:moveTo>
                  <a:pt x="0" y="0"/>
                </a:moveTo>
                <a:lnTo>
                  <a:pt x="11206490" y="0"/>
                </a:lnTo>
                <a:lnTo>
                  <a:pt x="11206490" y="7798392"/>
                </a:lnTo>
                <a:lnTo>
                  <a:pt x="0" y="77983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181730" y="2403243"/>
            <a:ext cx="14423995" cy="7716541"/>
          </a:xfrm>
          <a:custGeom>
            <a:avLst/>
            <a:gdLst/>
            <a:ahLst/>
            <a:cxnLst/>
            <a:rect r="r" b="b" t="t" l="l"/>
            <a:pathLst>
              <a:path h="7716541" w="14423995">
                <a:moveTo>
                  <a:pt x="0" y="0"/>
                </a:moveTo>
                <a:lnTo>
                  <a:pt x="14423995" y="0"/>
                </a:lnTo>
                <a:lnTo>
                  <a:pt x="14423995" y="7716540"/>
                </a:lnTo>
                <a:lnTo>
                  <a:pt x="0" y="77165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5920" y="2406097"/>
            <a:ext cx="14138059" cy="7636000"/>
          </a:xfrm>
          <a:custGeom>
            <a:avLst/>
            <a:gdLst/>
            <a:ahLst/>
            <a:cxnLst/>
            <a:rect r="r" b="b" t="t" l="l"/>
            <a:pathLst>
              <a:path h="7636000" w="14138059">
                <a:moveTo>
                  <a:pt x="0" y="0"/>
                </a:moveTo>
                <a:lnTo>
                  <a:pt x="14138060" y="0"/>
                </a:lnTo>
                <a:lnTo>
                  <a:pt x="14138060" y="7636000"/>
                </a:lnTo>
                <a:lnTo>
                  <a:pt x="0" y="7636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971121" y="2415202"/>
            <a:ext cx="14345758" cy="7663995"/>
          </a:xfrm>
          <a:custGeom>
            <a:avLst/>
            <a:gdLst/>
            <a:ahLst/>
            <a:cxnLst/>
            <a:rect r="r" b="b" t="t" l="l"/>
            <a:pathLst>
              <a:path h="7663995" w="14345758">
                <a:moveTo>
                  <a:pt x="0" y="0"/>
                </a:moveTo>
                <a:lnTo>
                  <a:pt x="14345758" y="0"/>
                </a:lnTo>
                <a:lnTo>
                  <a:pt x="14345758" y="7663995"/>
                </a:lnTo>
                <a:lnTo>
                  <a:pt x="0" y="7663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2210819"/>
            <a:ext cx="21336000" cy="8295915"/>
            <a:chOff x="0" y="0"/>
            <a:chExt cx="5619358" cy="2184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9358" cy="2184933"/>
            </a:xfrm>
            <a:custGeom>
              <a:avLst/>
              <a:gdLst/>
              <a:ahLst/>
              <a:cxnLst/>
              <a:rect r="r" b="b" t="t" l="l"/>
              <a:pathLst>
                <a:path h="2184933" w="5619358">
                  <a:moveTo>
                    <a:pt x="0" y="0"/>
                  </a:moveTo>
                  <a:lnTo>
                    <a:pt x="5619358" y="0"/>
                  </a:lnTo>
                  <a:lnTo>
                    <a:pt x="5619358" y="2184933"/>
                  </a:lnTo>
                  <a:lnTo>
                    <a:pt x="0" y="21849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19358" cy="223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569" y="9068358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6"/>
                </a:lnTo>
                <a:lnTo>
                  <a:pt x="0" y="86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33400" y="-813778"/>
            <a:ext cx="1562100" cy="1842478"/>
            <a:chOff x="0" y="0"/>
            <a:chExt cx="411417" cy="485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17" cy="485262"/>
            </a:xfrm>
            <a:custGeom>
              <a:avLst/>
              <a:gdLst/>
              <a:ahLst/>
              <a:cxnLst/>
              <a:rect r="r" b="b" t="t" l="l"/>
              <a:pathLst>
                <a:path h="48526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5262"/>
                  </a:lnTo>
                  <a:lnTo>
                    <a:pt x="0" y="485262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1417" cy="532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91635" y="2392224"/>
            <a:ext cx="14504730" cy="7715775"/>
          </a:xfrm>
          <a:custGeom>
            <a:avLst/>
            <a:gdLst/>
            <a:ahLst/>
            <a:cxnLst/>
            <a:rect r="r" b="b" t="t" l="l"/>
            <a:pathLst>
              <a:path h="7715775" w="14504730">
                <a:moveTo>
                  <a:pt x="0" y="0"/>
                </a:moveTo>
                <a:lnTo>
                  <a:pt x="14504730" y="0"/>
                </a:lnTo>
                <a:lnTo>
                  <a:pt x="14504730" y="7715775"/>
                </a:lnTo>
                <a:lnTo>
                  <a:pt x="0" y="7715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8892" y="422583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Interface (UI)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77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2550" y="9269376"/>
            <a:ext cx="20993100" cy="1531974"/>
            <a:chOff x="0" y="0"/>
            <a:chExt cx="5529047" cy="403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047" cy="403483"/>
            </a:xfrm>
            <a:custGeom>
              <a:avLst/>
              <a:gdLst/>
              <a:ahLst/>
              <a:cxnLst/>
              <a:rect r="r" b="b" t="t" l="l"/>
              <a:pathLst>
                <a:path h="403483" w="5529047">
                  <a:moveTo>
                    <a:pt x="0" y="0"/>
                  </a:moveTo>
                  <a:lnTo>
                    <a:pt x="5529047" y="0"/>
                  </a:lnTo>
                  <a:lnTo>
                    <a:pt x="5529047" y="403483"/>
                  </a:lnTo>
                  <a:lnTo>
                    <a:pt x="0" y="403483"/>
                  </a:lnTo>
                  <a:close/>
                </a:path>
              </a:pathLst>
            </a:custGeom>
            <a:solidFill>
              <a:srgbClr val="E7E6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29047" cy="45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97594" y="406889"/>
            <a:ext cx="1191328" cy="1041871"/>
          </a:xfrm>
          <a:custGeom>
            <a:avLst/>
            <a:gdLst/>
            <a:ahLst/>
            <a:cxnLst/>
            <a:rect r="r" b="b" t="t" l="l"/>
            <a:pathLst>
              <a:path h="1041871" w="1191328">
                <a:moveTo>
                  <a:pt x="0" y="0"/>
                </a:moveTo>
                <a:lnTo>
                  <a:pt x="1191328" y="0"/>
                </a:lnTo>
                <a:lnTo>
                  <a:pt x="1191328" y="1041870"/>
                </a:lnTo>
                <a:lnTo>
                  <a:pt x="0" y="1041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836" y="8528112"/>
            <a:ext cx="1909930" cy="621595"/>
          </a:xfrm>
          <a:custGeom>
            <a:avLst/>
            <a:gdLst/>
            <a:ahLst/>
            <a:cxnLst/>
            <a:rect r="r" b="b" t="t" l="l"/>
            <a:pathLst>
              <a:path h="621595" w="1909930">
                <a:moveTo>
                  <a:pt x="0" y="0"/>
                </a:moveTo>
                <a:lnTo>
                  <a:pt x="1909930" y="0"/>
                </a:lnTo>
                <a:lnTo>
                  <a:pt x="1909930" y="621595"/>
                </a:lnTo>
                <a:lnTo>
                  <a:pt x="0" y="62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7671" y="7820656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7"/>
                </a:lnTo>
                <a:lnTo>
                  <a:pt x="0" y="2036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30408" y="-587747"/>
            <a:ext cx="3711174" cy="2036506"/>
          </a:xfrm>
          <a:custGeom>
            <a:avLst/>
            <a:gdLst/>
            <a:ahLst/>
            <a:cxnLst/>
            <a:rect r="r" b="b" t="t" l="l"/>
            <a:pathLst>
              <a:path h="2036506" w="3711174">
                <a:moveTo>
                  <a:pt x="0" y="0"/>
                </a:moveTo>
                <a:lnTo>
                  <a:pt x="3711174" y="0"/>
                </a:lnTo>
                <a:lnTo>
                  <a:pt x="3711174" y="2036506"/>
                </a:lnTo>
                <a:lnTo>
                  <a:pt x="0" y="2036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0256" y="3541947"/>
            <a:ext cx="11447488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Class Diagram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95803" y="0"/>
            <a:ext cx="15292197" cy="10287000"/>
            <a:chOff x="0" y="0"/>
            <a:chExt cx="402757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757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27575">
                  <a:moveTo>
                    <a:pt x="0" y="0"/>
                  </a:moveTo>
                  <a:lnTo>
                    <a:pt x="4027575" y="0"/>
                  </a:lnTo>
                  <a:lnTo>
                    <a:pt x="402757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37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2757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3452" y="9423669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5"/>
                </a:lnTo>
                <a:lnTo>
                  <a:pt x="0" y="865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2130" y="8913194"/>
            <a:ext cx="1860501" cy="1020950"/>
          </a:xfrm>
          <a:custGeom>
            <a:avLst/>
            <a:gdLst/>
            <a:ahLst/>
            <a:cxnLst/>
            <a:rect r="r" b="b" t="t" l="l"/>
            <a:pathLst>
              <a:path h="1020950" w="1860501">
                <a:moveTo>
                  <a:pt x="0" y="0"/>
                </a:moveTo>
                <a:lnTo>
                  <a:pt x="1860501" y="0"/>
                </a:lnTo>
                <a:lnTo>
                  <a:pt x="1860501" y="1020950"/>
                </a:lnTo>
                <a:lnTo>
                  <a:pt x="0" y="1020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51680" y="164110"/>
            <a:ext cx="8844642" cy="9958780"/>
          </a:xfrm>
          <a:custGeom>
            <a:avLst/>
            <a:gdLst/>
            <a:ahLst/>
            <a:cxnLst/>
            <a:rect r="r" b="b" t="t" l="l"/>
            <a:pathLst>
              <a:path h="9958780" w="8844642">
                <a:moveTo>
                  <a:pt x="0" y="0"/>
                </a:moveTo>
                <a:lnTo>
                  <a:pt x="8844642" y="0"/>
                </a:lnTo>
                <a:lnTo>
                  <a:pt x="8844642" y="9958780"/>
                </a:lnTo>
                <a:lnTo>
                  <a:pt x="0" y="9958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648304" y="-171450"/>
            <a:ext cx="1357021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53779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Class </a:t>
            </a:r>
            <a:r>
              <a:rPr lang="en-US" b="true" sz="8000">
                <a:solidFill>
                  <a:srgbClr val="F7F6E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0865" y="-295276"/>
            <a:ext cx="12046270" cy="10877553"/>
            <a:chOff x="0" y="0"/>
            <a:chExt cx="3172680" cy="28648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2680" cy="2864870"/>
            </a:xfrm>
            <a:custGeom>
              <a:avLst/>
              <a:gdLst/>
              <a:ahLst/>
              <a:cxnLst/>
              <a:rect r="r" b="b" t="t" l="l"/>
              <a:pathLst>
                <a:path h="2864870" w="3172680">
                  <a:moveTo>
                    <a:pt x="0" y="0"/>
                  </a:moveTo>
                  <a:lnTo>
                    <a:pt x="3172680" y="0"/>
                  </a:lnTo>
                  <a:lnTo>
                    <a:pt x="3172680" y="2864870"/>
                  </a:lnTo>
                  <a:lnTo>
                    <a:pt x="0" y="2864870"/>
                  </a:lnTo>
                  <a:close/>
                </a:path>
              </a:pathLst>
            </a:custGeom>
            <a:solidFill>
              <a:srgbClr val="537791">
                <a:alpha val="6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172680" cy="291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10862" y="8160503"/>
            <a:ext cx="2028072" cy="1773641"/>
          </a:xfrm>
          <a:custGeom>
            <a:avLst/>
            <a:gdLst/>
            <a:ahLst/>
            <a:cxnLst/>
            <a:rect r="r" b="b" t="t" l="l"/>
            <a:pathLst>
              <a:path h="1773641" w="2028072">
                <a:moveTo>
                  <a:pt x="0" y="0"/>
                </a:moveTo>
                <a:lnTo>
                  <a:pt x="2028072" y="0"/>
                </a:lnTo>
                <a:lnTo>
                  <a:pt x="2028072" y="1773641"/>
                </a:lnTo>
                <a:lnTo>
                  <a:pt x="0" y="177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48169" y="1241429"/>
            <a:ext cx="2660234" cy="865785"/>
          </a:xfrm>
          <a:custGeom>
            <a:avLst/>
            <a:gdLst/>
            <a:ahLst/>
            <a:cxnLst/>
            <a:rect r="r" b="b" t="t" l="l"/>
            <a:pathLst>
              <a:path h="865785" w="2660234">
                <a:moveTo>
                  <a:pt x="0" y="0"/>
                </a:moveTo>
                <a:lnTo>
                  <a:pt x="2660234" y="0"/>
                </a:lnTo>
                <a:lnTo>
                  <a:pt x="2660234" y="865785"/>
                </a:lnTo>
                <a:lnTo>
                  <a:pt x="0" y="8657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43156" y="8264699"/>
            <a:ext cx="2542255" cy="1395063"/>
          </a:xfrm>
          <a:custGeom>
            <a:avLst/>
            <a:gdLst/>
            <a:ahLst/>
            <a:cxnLst/>
            <a:rect r="r" b="b" t="t" l="l"/>
            <a:pathLst>
              <a:path h="1395063" w="2542255">
                <a:moveTo>
                  <a:pt x="0" y="0"/>
                </a:moveTo>
                <a:lnTo>
                  <a:pt x="2542255" y="0"/>
                </a:lnTo>
                <a:lnTo>
                  <a:pt x="2542255" y="1395062"/>
                </a:lnTo>
                <a:lnTo>
                  <a:pt x="0" y="139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62905" y="2566413"/>
            <a:ext cx="13762190" cy="559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33"/>
              </a:lnSpc>
            </a:pPr>
            <a:r>
              <a:rPr lang="en-US" b="true" sz="2050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DAHWX0EW7sk</dc:identifier>
  <dcterms:modified xsi:type="dcterms:W3CDTF">2011-08-01T06:04:30Z</dcterms:modified>
  <cp:revision>1</cp:revision>
  <dc:title>Blue Simple Modern Creative Marketing Business Proposal Presentation</dc:title>
</cp:coreProperties>
</file>